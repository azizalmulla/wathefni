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keep bilingual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Wathefni Hiring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Agenda</a:t>
            </a:r>
          </a:p>
          <a:p>
            <a:r>
              <a:t>- Intake</a:t>
            </a:r>
          </a:p>
          <a:p>
            <a:r>
              <a:t>- Ranking</a:t>
            </a:r>
          </a:p>
          <a:p>
            <a:r>
              <a:t>- Offers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